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🚗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Price Prediction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resale price of used cars with machine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72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PETROLEUM SERVICES Internship Project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Tuned XGBoost Regression Pipeline  ·  Deployed with Streamlit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github.com/MAROUA871/EXPS_Car_Price_Prediction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prices depend on multiple factors — original price, age, mileage, fuel type, transmission, and ownership history. This project builds a regression model that estimates a car's selling price from these characteristics, covering the complete ML workflow from raw data to an interactive web app.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649224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8529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regression model that predicts the Selling Price of a used car.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266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2668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10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26680" y="2377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2668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28986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2668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8529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34198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3741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26680" y="394106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2668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8953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4462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26680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4165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26680" y="4983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4937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serialization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55046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26680" y="550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54589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prediction (Streamlit)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used-car records with vehicle characteristics and their sale prices.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92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— selling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Present_Price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/ original market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Kms_Driven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Kilometers 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or Diesel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or Individual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Automatic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previous 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029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Car_Age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the manufacturing year, using 2018 as the reference year: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29718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Car_Age = 2018 − Year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0" y="370332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8096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 records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a car's details and instantly get an estimated selling price.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40680" y="777240"/>
            <a:ext cx="6400800" cy="5996856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6126480" cy="57225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202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01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305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present price, kms driven, car age, owner count, vehicle type, fuel type, seller type, transmission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035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64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selling price in lakh INR, generated instantly on click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4270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994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historical Indian used-car data (2003–2018)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Modeling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models were trained and compared, with a tuned XGBoost pipeline selected as the final estimator.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scikit-learn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feature engineering, and model evaluation built with the standard Python data-science stack.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0" y="12344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0" y="2148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Deployment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2697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pipeline is serialized and served through an interactive Streamlit web app for live predictions.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walks the full ML lifecycle for a real-world regression problem — cleaning and engineering features from raw car listings, comparing regression models, tuning the best performer, and shipping it as a usable, interactive prediction tool.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github.com/MAROUA871/EXPS_Car_Price_Prediction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2026-09-04T16:27:37Z</dcterms:created>
  <dcterms:modified xsi:type="dcterms:W3CDTF">2026-09-04T16:27:37Z</dcterms:modified>
</cp:coreProperties>
</file>